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6840" y="272880"/>
            <a:ext cx="82278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53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6840" y="1603440"/>
            <a:ext cx="8228160" cy="90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A66EA4-351F-4AB6-B520-6F424F6D07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6840" y="272880"/>
            <a:ext cx="82278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53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6840" y="1603440"/>
            <a:ext cx="8228160" cy="43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400"/>
          </a:bodyPr>
          <a:p>
            <a:pPr indent="0">
              <a:spcBef>
                <a:spcPts val="1706"/>
              </a:spcBef>
              <a:buNone/>
            </a:pPr>
            <a:endParaRPr b="0" lang="en-CA" sz="3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56840" y="2075760"/>
            <a:ext cx="8228160" cy="43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400"/>
          </a:bodyPr>
          <a:p>
            <a:pPr indent="0">
              <a:spcBef>
                <a:spcPts val="1706"/>
              </a:spcBef>
              <a:buNone/>
            </a:pPr>
            <a:endParaRPr b="0" lang="en-CA" sz="3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226BA2-9EF2-46A9-82FD-B529B1840F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6840" y="272880"/>
            <a:ext cx="82278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53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DDE185-1770-48D4-8560-3170950B9E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6840" y="272880"/>
            <a:ext cx="82278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53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ABFFEDF-F169-4DF4-A459-43140EBB18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6840" y="272880"/>
            <a:ext cx="82278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6600" y="6246360"/>
            <a:ext cx="289764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5240" y="624636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C4B1A9-CED8-474C-930B-BA91A5DF7C14}" type="slidenum"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6840" y="624636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6840" y="160344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70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3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36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338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338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02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2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67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42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242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2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242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2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242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2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24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eeeee"/>
            </a:gs>
            <a:gs pos="980">
              <a:srgbClr val="eeeeee"/>
            </a:gs>
            <a:gs pos="980">
              <a:srgbClr val="ececec"/>
            </a:gs>
            <a:gs pos="1961">
              <a:srgbClr val="ececec"/>
            </a:gs>
            <a:gs pos="1961">
              <a:srgbClr val="e9e9e9"/>
            </a:gs>
            <a:gs pos="2941">
              <a:srgbClr val="e9e9e9"/>
            </a:gs>
            <a:gs pos="2941">
              <a:srgbClr val="e7e7e7"/>
            </a:gs>
            <a:gs pos="3922">
              <a:srgbClr val="e7e7e7"/>
            </a:gs>
            <a:gs pos="3922">
              <a:srgbClr val="e5e5e5"/>
            </a:gs>
            <a:gs pos="4902">
              <a:srgbClr val="e5e5e5"/>
            </a:gs>
            <a:gs pos="4902">
              <a:srgbClr val="e3e3e3"/>
            </a:gs>
            <a:gs pos="5882">
              <a:srgbClr val="e3e3e3"/>
            </a:gs>
            <a:gs pos="5882">
              <a:srgbClr val="e0e0e0"/>
            </a:gs>
            <a:gs pos="6863">
              <a:srgbClr val="e0e0e0"/>
            </a:gs>
            <a:gs pos="6863">
              <a:srgbClr val="dedede"/>
            </a:gs>
            <a:gs pos="7843">
              <a:srgbClr val="dedede"/>
            </a:gs>
            <a:gs pos="7843">
              <a:srgbClr val="dcdcdc"/>
            </a:gs>
            <a:gs pos="8824">
              <a:srgbClr val="dcdcdc"/>
            </a:gs>
            <a:gs pos="8824">
              <a:srgbClr val="dadada"/>
            </a:gs>
            <a:gs pos="9804">
              <a:srgbClr val="dadada"/>
            </a:gs>
            <a:gs pos="9804">
              <a:srgbClr val="d7d7d7"/>
            </a:gs>
            <a:gs pos="10784">
              <a:srgbClr val="d7d7d7"/>
            </a:gs>
            <a:gs pos="10784">
              <a:srgbClr val="d5d5d5"/>
            </a:gs>
            <a:gs pos="11765">
              <a:srgbClr val="d5d5d5"/>
            </a:gs>
            <a:gs pos="11765">
              <a:srgbClr val="d3d3d3"/>
            </a:gs>
            <a:gs pos="12745">
              <a:srgbClr val="d3d3d3"/>
            </a:gs>
            <a:gs pos="12745">
              <a:srgbClr val="d1d1d1"/>
            </a:gs>
            <a:gs pos="13725">
              <a:srgbClr val="d1d1d1"/>
            </a:gs>
            <a:gs pos="13725">
              <a:srgbClr val="cecece"/>
            </a:gs>
            <a:gs pos="14706">
              <a:srgbClr val="cecece"/>
            </a:gs>
            <a:gs pos="14706">
              <a:srgbClr val="cccccc"/>
            </a:gs>
            <a:gs pos="15686">
              <a:srgbClr val="cccccc"/>
            </a:gs>
            <a:gs pos="15686">
              <a:srgbClr val="cacaca"/>
            </a:gs>
            <a:gs pos="16667">
              <a:srgbClr val="cacaca"/>
            </a:gs>
            <a:gs pos="16667">
              <a:srgbClr val="c7c7c7"/>
            </a:gs>
            <a:gs pos="17647">
              <a:srgbClr val="c7c7c7"/>
            </a:gs>
            <a:gs pos="17647">
              <a:srgbClr val="c5c5c5"/>
            </a:gs>
            <a:gs pos="18627">
              <a:srgbClr val="c5c5c5"/>
            </a:gs>
            <a:gs pos="18627">
              <a:srgbClr val="c3c3c3"/>
            </a:gs>
            <a:gs pos="19608">
              <a:srgbClr val="c3c3c3"/>
            </a:gs>
            <a:gs pos="19608">
              <a:srgbClr val="c1c1c1"/>
            </a:gs>
            <a:gs pos="20588">
              <a:srgbClr val="c1c1c1"/>
            </a:gs>
            <a:gs pos="20588">
              <a:srgbClr val="bebebe"/>
            </a:gs>
            <a:gs pos="21569">
              <a:srgbClr val="bebebe"/>
            </a:gs>
            <a:gs pos="21569">
              <a:srgbClr val="bcbcbc"/>
            </a:gs>
            <a:gs pos="22549">
              <a:srgbClr val="bcbcbc"/>
            </a:gs>
            <a:gs pos="22549">
              <a:srgbClr val="bababa"/>
            </a:gs>
            <a:gs pos="23529">
              <a:srgbClr val="bababa"/>
            </a:gs>
            <a:gs pos="23529">
              <a:srgbClr val="b8b8b8"/>
            </a:gs>
            <a:gs pos="24510">
              <a:srgbClr val="b8b8b8"/>
            </a:gs>
            <a:gs pos="24510">
              <a:srgbClr val="b5b5b5"/>
            </a:gs>
            <a:gs pos="25490">
              <a:srgbClr val="b5b5b5"/>
            </a:gs>
            <a:gs pos="25490">
              <a:srgbClr val="b3b3b3"/>
            </a:gs>
            <a:gs pos="26471">
              <a:srgbClr val="b3b3b3"/>
            </a:gs>
            <a:gs pos="26471">
              <a:srgbClr val="b1b1b1"/>
            </a:gs>
            <a:gs pos="27451">
              <a:srgbClr val="b1b1b1"/>
            </a:gs>
            <a:gs pos="27451">
              <a:srgbClr val="aeaeae"/>
            </a:gs>
            <a:gs pos="28431">
              <a:srgbClr val="aeaeae"/>
            </a:gs>
            <a:gs pos="28431">
              <a:srgbClr val="acacac"/>
            </a:gs>
            <a:gs pos="29412">
              <a:srgbClr val="acacac"/>
            </a:gs>
            <a:gs pos="29412">
              <a:srgbClr val="aaaaaa"/>
            </a:gs>
            <a:gs pos="30392">
              <a:srgbClr val="aaaaaa"/>
            </a:gs>
            <a:gs pos="30392">
              <a:srgbClr val="a8a8a8"/>
            </a:gs>
            <a:gs pos="31373">
              <a:srgbClr val="a8a8a8"/>
            </a:gs>
            <a:gs pos="31373">
              <a:srgbClr val="a5a5a5"/>
            </a:gs>
            <a:gs pos="32353">
              <a:srgbClr val="a5a5a5"/>
            </a:gs>
            <a:gs pos="32353">
              <a:srgbClr val="a3a3a3"/>
            </a:gs>
            <a:gs pos="33333">
              <a:srgbClr val="a3a3a3"/>
            </a:gs>
            <a:gs pos="33333">
              <a:srgbClr val="a1a1a1"/>
            </a:gs>
            <a:gs pos="34314">
              <a:srgbClr val="a1a1a1"/>
            </a:gs>
            <a:gs pos="34314">
              <a:srgbClr val="9f9f9f"/>
            </a:gs>
            <a:gs pos="35294">
              <a:srgbClr val="9f9f9f"/>
            </a:gs>
            <a:gs pos="35294">
              <a:srgbClr val="9c9c9c"/>
            </a:gs>
            <a:gs pos="36275">
              <a:srgbClr val="9c9c9c"/>
            </a:gs>
            <a:gs pos="36275">
              <a:srgbClr val="9a9a9a"/>
            </a:gs>
            <a:gs pos="37255">
              <a:srgbClr val="9a9a9a"/>
            </a:gs>
            <a:gs pos="37255">
              <a:srgbClr val="989898"/>
            </a:gs>
            <a:gs pos="38235">
              <a:srgbClr val="989898"/>
            </a:gs>
            <a:gs pos="38235">
              <a:srgbClr val="969696"/>
            </a:gs>
            <a:gs pos="39216">
              <a:srgbClr val="969696"/>
            </a:gs>
            <a:gs pos="39216">
              <a:srgbClr val="939393"/>
            </a:gs>
            <a:gs pos="40196">
              <a:srgbClr val="939393"/>
            </a:gs>
            <a:gs pos="40196">
              <a:srgbClr val="919191"/>
            </a:gs>
            <a:gs pos="41176">
              <a:srgbClr val="919191"/>
            </a:gs>
            <a:gs pos="41176">
              <a:srgbClr val="8f8f8f"/>
            </a:gs>
            <a:gs pos="42157">
              <a:srgbClr val="8f8f8f"/>
            </a:gs>
            <a:gs pos="42157">
              <a:srgbClr val="8c8c8c"/>
            </a:gs>
            <a:gs pos="43137">
              <a:srgbClr val="8c8c8c"/>
            </a:gs>
            <a:gs pos="43137">
              <a:srgbClr val="8a8a8a"/>
            </a:gs>
            <a:gs pos="44118">
              <a:srgbClr val="8a8a8a"/>
            </a:gs>
            <a:gs pos="44118">
              <a:srgbClr val="888888"/>
            </a:gs>
            <a:gs pos="45098">
              <a:srgbClr val="888888"/>
            </a:gs>
            <a:gs pos="45098">
              <a:srgbClr val="868686"/>
            </a:gs>
            <a:gs pos="46078">
              <a:srgbClr val="868686"/>
            </a:gs>
            <a:gs pos="46078">
              <a:srgbClr val="838383"/>
            </a:gs>
            <a:gs pos="47059">
              <a:srgbClr val="838383"/>
            </a:gs>
            <a:gs pos="47059">
              <a:srgbClr val="818181"/>
            </a:gs>
            <a:gs pos="48039">
              <a:srgbClr val="818181"/>
            </a:gs>
            <a:gs pos="48039">
              <a:srgbClr val="7f7f7f"/>
            </a:gs>
            <a:gs pos="49020">
              <a:srgbClr val="7f7f7f"/>
            </a:gs>
            <a:gs pos="49020">
              <a:srgbClr val="7d7d7d"/>
            </a:gs>
            <a:gs pos="50000">
              <a:srgbClr val="7d7d7d"/>
            </a:gs>
            <a:gs pos="50980">
              <a:srgbClr val="7d7d7d"/>
            </a:gs>
            <a:gs pos="50980">
              <a:srgbClr val="7f7f7f"/>
            </a:gs>
            <a:gs pos="51961">
              <a:srgbClr val="7f7f7f"/>
            </a:gs>
            <a:gs pos="51961">
              <a:srgbClr val="818181"/>
            </a:gs>
            <a:gs pos="52941">
              <a:srgbClr val="818181"/>
            </a:gs>
            <a:gs pos="52941">
              <a:srgbClr val="838383"/>
            </a:gs>
            <a:gs pos="53922">
              <a:srgbClr val="838383"/>
            </a:gs>
            <a:gs pos="53922">
              <a:srgbClr val="868686"/>
            </a:gs>
            <a:gs pos="54902">
              <a:srgbClr val="868686"/>
            </a:gs>
            <a:gs pos="54902">
              <a:srgbClr val="888888"/>
            </a:gs>
            <a:gs pos="55882">
              <a:srgbClr val="888888"/>
            </a:gs>
            <a:gs pos="55882">
              <a:srgbClr val="8a8a8a"/>
            </a:gs>
            <a:gs pos="56863">
              <a:srgbClr val="8a8a8a"/>
            </a:gs>
            <a:gs pos="56863">
              <a:srgbClr val="8c8c8c"/>
            </a:gs>
            <a:gs pos="57843">
              <a:srgbClr val="8c8c8c"/>
            </a:gs>
            <a:gs pos="57843">
              <a:srgbClr val="8f8f8f"/>
            </a:gs>
            <a:gs pos="58824">
              <a:srgbClr val="8f8f8f"/>
            </a:gs>
            <a:gs pos="58824">
              <a:srgbClr val="919191"/>
            </a:gs>
            <a:gs pos="59804">
              <a:srgbClr val="919191"/>
            </a:gs>
            <a:gs pos="59804">
              <a:srgbClr val="939393"/>
            </a:gs>
            <a:gs pos="60784">
              <a:srgbClr val="939393"/>
            </a:gs>
            <a:gs pos="60784">
              <a:srgbClr val="969696"/>
            </a:gs>
            <a:gs pos="61765">
              <a:srgbClr val="969696"/>
            </a:gs>
            <a:gs pos="61765">
              <a:srgbClr val="989898"/>
            </a:gs>
            <a:gs pos="62745">
              <a:srgbClr val="989898"/>
            </a:gs>
            <a:gs pos="62745">
              <a:srgbClr val="9a9a9a"/>
            </a:gs>
            <a:gs pos="63725">
              <a:srgbClr val="9a9a9a"/>
            </a:gs>
            <a:gs pos="63725">
              <a:srgbClr val="9c9c9c"/>
            </a:gs>
            <a:gs pos="64706">
              <a:srgbClr val="9c9c9c"/>
            </a:gs>
            <a:gs pos="64706">
              <a:srgbClr val="9f9f9f"/>
            </a:gs>
            <a:gs pos="65686">
              <a:srgbClr val="9f9f9f"/>
            </a:gs>
            <a:gs pos="65686">
              <a:srgbClr val="a1a1a1"/>
            </a:gs>
            <a:gs pos="66667">
              <a:srgbClr val="a1a1a1"/>
            </a:gs>
            <a:gs pos="66667">
              <a:srgbClr val="a3a3a3"/>
            </a:gs>
            <a:gs pos="67647">
              <a:srgbClr val="a3a3a3"/>
            </a:gs>
            <a:gs pos="67647">
              <a:srgbClr val="a5a5a5"/>
            </a:gs>
            <a:gs pos="68627">
              <a:srgbClr val="a5a5a5"/>
            </a:gs>
            <a:gs pos="68627">
              <a:srgbClr val="a8a8a8"/>
            </a:gs>
            <a:gs pos="69608">
              <a:srgbClr val="a8a8a8"/>
            </a:gs>
            <a:gs pos="69608">
              <a:srgbClr val="aaaaaa"/>
            </a:gs>
            <a:gs pos="70588">
              <a:srgbClr val="aaaaaa"/>
            </a:gs>
            <a:gs pos="70588">
              <a:srgbClr val="acacac"/>
            </a:gs>
            <a:gs pos="71569">
              <a:srgbClr val="acacac"/>
            </a:gs>
            <a:gs pos="71569">
              <a:srgbClr val="aeaeae"/>
            </a:gs>
            <a:gs pos="72549">
              <a:srgbClr val="aeaeae"/>
            </a:gs>
            <a:gs pos="72549">
              <a:srgbClr val="b1b1b1"/>
            </a:gs>
            <a:gs pos="73529">
              <a:srgbClr val="b1b1b1"/>
            </a:gs>
            <a:gs pos="73529">
              <a:srgbClr val="b3b3b3"/>
            </a:gs>
            <a:gs pos="74510">
              <a:srgbClr val="b3b3b3"/>
            </a:gs>
            <a:gs pos="74510">
              <a:srgbClr val="b5b5b5"/>
            </a:gs>
            <a:gs pos="75490">
              <a:srgbClr val="b5b5b5"/>
            </a:gs>
            <a:gs pos="75490">
              <a:srgbClr val="b8b8b8"/>
            </a:gs>
            <a:gs pos="76471">
              <a:srgbClr val="b8b8b8"/>
            </a:gs>
            <a:gs pos="76471">
              <a:srgbClr val="bababa"/>
            </a:gs>
            <a:gs pos="77451">
              <a:srgbClr val="bababa"/>
            </a:gs>
            <a:gs pos="77451">
              <a:srgbClr val="bcbcbc"/>
            </a:gs>
            <a:gs pos="78431">
              <a:srgbClr val="bcbcbc"/>
            </a:gs>
            <a:gs pos="78431">
              <a:srgbClr val="bebebe"/>
            </a:gs>
            <a:gs pos="79412">
              <a:srgbClr val="bebebe"/>
            </a:gs>
            <a:gs pos="79412">
              <a:srgbClr val="c1c1c1"/>
            </a:gs>
            <a:gs pos="80392">
              <a:srgbClr val="c1c1c1"/>
            </a:gs>
            <a:gs pos="80392">
              <a:srgbClr val="c3c3c3"/>
            </a:gs>
            <a:gs pos="81373">
              <a:srgbClr val="c3c3c3"/>
            </a:gs>
            <a:gs pos="81373">
              <a:srgbClr val="c5c5c5"/>
            </a:gs>
            <a:gs pos="82353">
              <a:srgbClr val="c5c5c5"/>
            </a:gs>
            <a:gs pos="82353">
              <a:srgbClr val="c7c7c7"/>
            </a:gs>
            <a:gs pos="83333">
              <a:srgbClr val="c7c7c7"/>
            </a:gs>
            <a:gs pos="83333">
              <a:srgbClr val="cacaca"/>
            </a:gs>
            <a:gs pos="84314">
              <a:srgbClr val="cacaca"/>
            </a:gs>
            <a:gs pos="84314">
              <a:srgbClr val="cccccc"/>
            </a:gs>
            <a:gs pos="85294">
              <a:srgbClr val="cccccc"/>
            </a:gs>
            <a:gs pos="85294">
              <a:srgbClr val="cecece"/>
            </a:gs>
            <a:gs pos="86275">
              <a:srgbClr val="cecece"/>
            </a:gs>
            <a:gs pos="86275">
              <a:srgbClr val="d1d1d1"/>
            </a:gs>
            <a:gs pos="87255">
              <a:srgbClr val="d1d1d1"/>
            </a:gs>
            <a:gs pos="87255">
              <a:srgbClr val="d3d3d3"/>
            </a:gs>
            <a:gs pos="88235">
              <a:srgbClr val="d3d3d3"/>
            </a:gs>
            <a:gs pos="88235">
              <a:srgbClr val="d5d5d5"/>
            </a:gs>
            <a:gs pos="89216">
              <a:srgbClr val="d5d5d5"/>
            </a:gs>
            <a:gs pos="89216">
              <a:srgbClr val="d7d7d7"/>
            </a:gs>
            <a:gs pos="90196">
              <a:srgbClr val="d7d7d7"/>
            </a:gs>
            <a:gs pos="90196">
              <a:srgbClr val="dadada"/>
            </a:gs>
            <a:gs pos="91176">
              <a:srgbClr val="dadada"/>
            </a:gs>
            <a:gs pos="91176">
              <a:srgbClr val="dcdcdc"/>
            </a:gs>
            <a:gs pos="92157">
              <a:srgbClr val="dcdcdc"/>
            </a:gs>
            <a:gs pos="92157">
              <a:srgbClr val="dedede"/>
            </a:gs>
            <a:gs pos="93137">
              <a:srgbClr val="dedede"/>
            </a:gs>
            <a:gs pos="93137">
              <a:srgbClr val="e0e0e0"/>
            </a:gs>
            <a:gs pos="94118">
              <a:srgbClr val="e0e0e0"/>
            </a:gs>
            <a:gs pos="94118">
              <a:srgbClr val="e3e3e3"/>
            </a:gs>
            <a:gs pos="95098">
              <a:srgbClr val="e3e3e3"/>
            </a:gs>
            <a:gs pos="95098">
              <a:srgbClr val="e5e5e5"/>
            </a:gs>
            <a:gs pos="96078">
              <a:srgbClr val="e5e5e5"/>
            </a:gs>
            <a:gs pos="96078">
              <a:srgbClr val="e7e7e7"/>
            </a:gs>
            <a:gs pos="97059">
              <a:srgbClr val="e7e7e7"/>
            </a:gs>
            <a:gs pos="97059">
              <a:srgbClr val="e9e9e9"/>
            </a:gs>
            <a:gs pos="98039">
              <a:srgbClr val="e9e9e9"/>
            </a:gs>
            <a:gs pos="98039">
              <a:srgbClr val="ececec"/>
            </a:gs>
            <a:gs pos="99020">
              <a:srgbClr val="ececec"/>
            </a:gs>
            <a:gs pos="99020">
              <a:srgbClr val="eeeeee"/>
            </a:gs>
            <a:gs pos="100000">
              <a:srgbClr val="eeeeee"/>
            </a:gs>
          </a:gsLst>
          <a:lin ang="152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2"/>
          <a:stretch/>
        </p:blipFill>
        <p:spPr>
          <a:xfrm>
            <a:off x="7948080" y="5940000"/>
            <a:ext cx="899640" cy="57456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6840" y="272880"/>
            <a:ext cx="82278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6840" y="1603440"/>
            <a:ext cx="8228160" cy="90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70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36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02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67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6840" y="2594160"/>
            <a:ext cx="8228160" cy="90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70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36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02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67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4"/>
          </p:nvPr>
        </p:nvSpPr>
        <p:spPr>
          <a:xfrm>
            <a:off x="3126600" y="6246360"/>
            <a:ext cx="2896920" cy="4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5"/>
          </p:nvPr>
        </p:nvSpPr>
        <p:spPr>
          <a:xfrm>
            <a:off x="6555240" y="6246360"/>
            <a:ext cx="2129400" cy="4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E579DA-2466-40ED-85C6-304CC71E774C}" type="slidenum"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6"/>
          </p:nvPr>
        </p:nvSpPr>
        <p:spPr>
          <a:xfrm>
            <a:off x="456840" y="6246360"/>
            <a:ext cx="2129400" cy="4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eeeee"/>
            </a:gs>
            <a:gs pos="980">
              <a:srgbClr val="eeeeee"/>
            </a:gs>
            <a:gs pos="980">
              <a:srgbClr val="ececec"/>
            </a:gs>
            <a:gs pos="1961">
              <a:srgbClr val="ececec"/>
            </a:gs>
            <a:gs pos="1961">
              <a:srgbClr val="e9e9e9"/>
            </a:gs>
            <a:gs pos="2941">
              <a:srgbClr val="e9e9e9"/>
            </a:gs>
            <a:gs pos="2941">
              <a:srgbClr val="e7e7e7"/>
            </a:gs>
            <a:gs pos="3922">
              <a:srgbClr val="e7e7e7"/>
            </a:gs>
            <a:gs pos="3922">
              <a:srgbClr val="e5e5e5"/>
            </a:gs>
            <a:gs pos="4902">
              <a:srgbClr val="e5e5e5"/>
            </a:gs>
            <a:gs pos="4902">
              <a:srgbClr val="e3e3e3"/>
            </a:gs>
            <a:gs pos="5882">
              <a:srgbClr val="e3e3e3"/>
            </a:gs>
            <a:gs pos="5882">
              <a:srgbClr val="e0e0e0"/>
            </a:gs>
            <a:gs pos="6863">
              <a:srgbClr val="e0e0e0"/>
            </a:gs>
            <a:gs pos="6863">
              <a:srgbClr val="dedede"/>
            </a:gs>
            <a:gs pos="7843">
              <a:srgbClr val="dedede"/>
            </a:gs>
            <a:gs pos="7843">
              <a:srgbClr val="dcdcdc"/>
            </a:gs>
            <a:gs pos="8824">
              <a:srgbClr val="dcdcdc"/>
            </a:gs>
            <a:gs pos="8824">
              <a:srgbClr val="dadada"/>
            </a:gs>
            <a:gs pos="9804">
              <a:srgbClr val="dadada"/>
            </a:gs>
            <a:gs pos="9804">
              <a:srgbClr val="d7d7d7"/>
            </a:gs>
            <a:gs pos="10784">
              <a:srgbClr val="d7d7d7"/>
            </a:gs>
            <a:gs pos="10784">
              <a:srgbClr val="d5d5d5"/>
            </a:gs>
            <a:gs pos="11765">
              <a:srgbClr val="d5d5d5"/>
            </a:gs>
            <a:gs pos="11765">
              <a:srgbClr val="d3d3d3"/>
            </a:gs>
            <a:gs pos="12745">
              <a:srgbClr val="d3d3d3"/>
            </a:gs>
            <a:gs pos="12745">
              <a:srgbClr val="d1d1d1"/>
            </a:gs>
            <a:gs pos="13725">
              <a:srgbClr val="d1d1d1"/>
            </a:gs>
            <a:gs pos="13725">
              <a:srgbClr val="cecece"/>
            </a:gs>
            <a:gs pos="14706">
              <a:srgbClr val="cecece"/>
            </a:gs>
            <a:gs pos="14706">
              <a:srgbClr val="cccccc"/>
            </a:gs>
            <a:gs pos="15686">
              <a:srgbClr val="cccccc"/>
            </a:gs>
            <a:gs pos="15686">
              <a:srgbClr val="cacaca"/>
            </a:gs>
            <a:gs pos="16667">
              <a:srgbClr val="cacaca"/>
            </a:gs>
            <a:gs pos="16667">
              <a:srgbClr val="c7c7c7"/>
            </a:gs>
            <a:gs pos="17647">
              <a:srgbClr val="c7c7c7"/>
            </a:gs>
            <a:gs pos="17647">
              <a:srgbClr val="c5c5c5"/>
            </a:gs>
            <a:gs pos="18627">
              <a:srgbClr val="c5c5c5"/>
            </a:gs>
            <a:gs pos="18627">
              <a:srgbClr val="c3c3c3"/>
            </a:gs>
            <a:gs pos="19608">
              <a:srgbClr val="c3c3c3"/>
            </a:gs>
            <a:gs pos="19608">
              <a:srgbClr val="c1c1c1"/>
            </a:gs>
            <a:gs pos="20588">
              <a:srgbClr val="c1c1c1"/>
            </a:gs>
            <a:gs pos="20588">
              <a:srgbClr val="bebebe"/>
            </a:gs>
            <a:gs pos="21569">
              <a:srgbClr val="bebebe"/>
            </a:gs>
            <a:gs pos="21569">
              <a:srgbClr val="bcbcbc"/>
            </a:gs>
            <a:gs pos="22549">
              <a:srgbClr val="bcbcbc"/>
            </a:gs>
            <a:gs pos="22549">
              <a:srgbClr val="bababa"/>
            </a:gs>
            <a:gs pos="23529">
              <a:srgbClr val="bababa"/>
            </a:gs>
            <a:gs pos="23529">
              <a:srgbClr val="b8b8b8"/>
            </a:gs>
            <a:gs pos="24510">
              <a:srgbClr val="b8b8b8"/>
            </a:gs>
            <a:gs pos="24510">
              <a:srgbClr val="b5b5b5"/>
            </a:gs>
            <a:gs pos="25490">
              <a:srgbClr val="b5b5b5"/>
            </a:gs>
            <a:gs pos="25490">
              <a:srgbClr val="b3b3b3"/>
            </a:gs>
            <a:gs pos="26471">
              <a:srgbClr val="b3b3b3"/>
            </a:gs>
            <a:gs pos="26471">
              <a:srgbClr val="b1b1b1"/>
            </a:gs>
            <a:gs pos="27451">
              <a:srgbClr val="b1b1b1"/>
            </a:gs>
            <a:gs pos="27451">
              <a:srgbClr val="aeaeae"/>
            </a:gs>
            <a:gs pos="28431">
              <a:srgbClr val="aeaeae"/>
            </a:gs>
            <a:gs pos="28431">
              <a:srgbClr val="acacac"/>
            </a:gs>
            <a:gs pos="29412">
              <a:srgbClr val="acacac"/>
            </a:gs>
            <a:gs pos="29412">
              <a:srgbClr val="aaaaaa"/>
            </a:gs>
            <a:gs pos="30392">
              <a:srgbClr val="aaaaaa"/>
            </a:gs>
            <a:gs pos="30392">
              <a:srgbClr val="a8a8a8"/>
            </a:gs>
            <a:gs pos="31373">
              <a:srgbClr val="a8a8a8"/>
            </a:gs>
            <a:gs pos="31373">
              <a:srgbClr val="a5a5a5"/>
            </a:gs>
            <a:gs pos="32353">
              <a:srgbClr val="a5a5a5"/>
            </a:gs>
            <a:gs pos="32353">
              <a:srgbClr val="a3a3a3"/>
            </a:gs>
            <a:gs pos="33333">
              <a:srgbClr val="a3a3a3"/>
            </a:gs>
            <a:gs pos="33333">
              <a:srgbClr val="a1a1a1"/>
            </a:gs>
            <a:gs pos="34314">
              <a:srgbClr val="a1a1a1"/>
            </a:gs>
            <a:gs pos="34314">
              <a:srgbClr val="9f9f9f"/>
            </a:gs>
            <a:gs pos="35294">
              <a:srgbClr val="9f9f9f"/>
            </a:gs>
            <a:gs pos="35294">
              <a:srgbClr val="9c9c9c"/>
            </a:gs>
            <a:gs pos="36275">
              <a:srgbClr val="9c9c9c"/>
            </a:gs>
            <a:gs pos="36275">
              <a:srgbClr val="9a9a9a"/>
            </a:gs>
            <a:gs pos="37255">
              <a:srgbClr val="9a9a9a"/>
            </a:gs>
            <a:gs pos="37255">
              <a:srgbClr val="989898"/>
            </a:gs>
            <a:gs pos="38235">
              <a:srgbClr val="989898"/>
            </a:gs>
            <a:gs pos="38235">
              <a:srgbClr val="969696"/>
            </a:gs>
            <a:gs pos="39216">
              <a:srgbClr val="969696"/>
            </a:gs>
            <a:gs pos="39216">
              <a:srgbClr val="939393"/>
            </a:gs>
            <a:gs pos="40196">
              <a:srgbClr val="939393"/>
            </a:gs>
            <a:gs pos="40196">
              <a:srgbClr val="919191"/>
            </a:gs>
            <a:gs pos="41176">
              <a:srgbClr val="919191"/>
            </a:gs>
            <a:gs pos="41176">
              <a:srgbClr val="8f8f8f"/>
            </a:gs>
            <a:gs pos="42157">
              <a:srgbClr val="8f8f8f"/>
            </a:gs>
            <a:gs pos="42157">
              <a:srgbClr val="8c8c8c"/>
            </a:gs>
            <a:gs pos="43137">
              <a:srgbClr val="8c8c8c"/>
            </a:gs>
            <a:gs pos="43137">
              <a:srgbClr val="8a8a8a"/>
            </a:gs>
            <a:gs pos="44118">
              <a:srgbClr val="8a8a8a"/>
            </a:gs>
            <a:gs pos="44118">
              <a:srgbClr val="888888"/>
            </a:gs>
            <a:gs pos="45098">
              <a:srgbClr val="888888"/>
            </a:gs>
            <a:gs pos="45098">
              <a:srgbClr val="868686"/>
            </a:gs>
            <a:gs pos="46078">
              <a:srgbClr val="868686"/>
            </a:gs>
            <a:gs pos="46078">
              <a:srgbClr val="838383"/>
            </a:gs>
            <a:gs pos="47059">
              <a:srgbClr val="838383"/>
            </a:gs>
            <a:gs pos="47059">
              <a:srgbClr val="818181"/>
            </a:gs>
            <a:gs pos="48039">
              <a:srgbClr val="818181"/>
            </a:gs>
            <a:gs pos="48039">
              <a:srgbClr val="7f7f7f"/>
            </a:gs>
            <a:gs pos="49020">
              <a:srgbClr val="7f7f7f"/>
            </a:gs>
            <a:gs pos="49020">
              <a:srgbClr val="7d7d7d"/>
            </a:gs>
            <a:gs pos="50000">
              <a:srgbClr val="7d7d7d"/>
            </a:gs>
            <a:gs pos="50980">
              <a:srgbClr val="7d7d7d"/>
            </a:gs>
            <a:gs pos="50980">
              <a:srgbClr val="7f7f7f"/>
            </a:gs>
            <a:gs pos="51961">
              <a:srgbClr val="7f7f7f"/>
            </a:gs>
            <a:gs pos="51961">
              <a:srgbClr val="818181"/>
            </a:gs>
            <a:gs pos="52941">
              <a:srgbClr val="818181"/>
            </a:gs>
            <a:gs pos="52941">
              <a:srgbClr val="838383"/>
            </a:gs>
            <a:gs pos="53922">
              <a:srgbClr val="838383"/>
            </a:gs>
            <a:gs pos="53922">
              <a:srgbClr val="868686"/>
            </a:gs>
            <a:gs pos="54902">
              <a:srgbClr val="868686"/>
            </a:gs>
            <a:gs pos="54902">
              <a:srgbClr val="888888"/>
            </a:gs>
            <a:gs pos="55882">
              <a:srgbClr val="888888"/>
            </a:gs>
            <a:gs pos="55882">
              <a:srgbClr val="8a8a8a"/>
            </a:gs>
            <a:gs pos="56863">
              <a:srgbClr val="8a8a8a"/>
            </a:gs>
            <a:gs pos="56863">
              <a:srgbClr val="8c8c8c"/>
            </a:gs>
            <a:gs pos="57843">
              <a:srgbClr val="8c8c8c"/>
            </a:gs>
            <a:gs pos="57843">
              <a:srgbClr val="8f8f8f"/>
            </a:gs>
            <a:gs pos="58824">
              <a:srgbClr val="8f8f8f"/>
            </a:gs>
            <a:gs pos="58824">
              <a:srgbClr val="919191"/>
            </a:gs>
            <a:gs pos="59804">
              <a:srgbClr val="919191"/>
            </a:gs>
            <a:gs pos="59804">
              <a:srgbClr val="939393"/>
            </a:gs>
            <a:gs pos="60784">
              <a:srgbClr val="939393"/>
            </a:gs>
            <a:gs pos="60784">
              <a:srgbClr val="969696"/>
            </a:gs>
            <a:gs pos="61765">
              <a:srgbClr val="969696"/>
            </a:gs>
            <a:gs pos="61765">
              <a:srgbClr val="989898"/>
            </a:gs>
            <a:gs pos="62745">
              <a:srgbClr val="989898"/>
            </a:gs>
            <a:gs pos="62745">
              <a:srgbClr val="9a9a9a"/>
            </a:gs>
            <a:gs pos="63725">
              <a:srgbClr val="9a9a9a"/>
            </a:gs>
            <a:gs pos="63725">
              <a:srgbClr val="9c9c9c"/>
            </a:gs>
            <a:gs pos="64706">
              <a:srgbClr val="9c9c9c"/>
            </a:gs>
            <a:gs pos="64706">
              <a:srgbClr val="9f9f9f"/>
            </a:gs>
            <a:gs pos="65686">
              <a:srgbClr val="9f9f9f"/>
            </a:gs>
            <a:gs pos="65686">
              <a:srgbClr val="a1a1a1"/>
            </a:gs>
            <a:gs pos="66667">
              <a:srgbClr val="a1a1a1"/>
            </a:gs>
            <a:gs pos="66667">
              <a:srgbClr val="a3a3a3"/>
            </a:gs>
            <a:gs pos="67647">
              <a:srgbClr val="a3a3a3"/>
            </a:gs>
            <a:gs pos="67647">
              <a:srgbClr val="a5a5a5"/>
            </a:gs>
            <a:gs pos="68627">
              <a:srgbClr val="a5a5a5"/>
            </a:gs>
            <a:gs pos="68627">
              <a:srgbClr val="a8a8a8"/>
            </a:gs>
            <a:gs pos="69608">
              <a:srgbClr val="a8a8a8"/>
            </a:gs>
            <a:gs pos="69608">
              <a:srgbClr val="aaaaaa"/>
            </a:gs>
            <a:gs pos="70588">
              <a:srgbClr val="aaaaaa"/>
            </a:gs>
            <a:gs pos="70588">
              <a:srgbClr val="acacac"/>
            </a:gs>
            <a:gs pos="71569">
              <a:srgbClr val="acacac"/>
            </a:gs>
            <a:gs pos="71569">
              <a:srgbClr val="aeaeae"/>
            </a:gs>
            <a:gs pos="72549">
              <a:srgbClr val="aeaeae"/>
            </a:gs>
            <a:gs pos="72549">
              <a:srgbClr val="b1b1b1"/>
            </a:gs>
            <a:gs pos="73529">
              <a:srgbClr val="b1b1b1"/>
            </a:gs>
            <a:gs pos="73529">
              <a:srgbClr val="b3b3b3"/>
            </a:gs>
            <a:gs pos="74510">
              <a:srgbClr val="b3b3b3"/>
            </a:gs>
            <a:gs pos="74510">
              <a:srgbClr val="b5b5b5"/>
            </a:gs>
            <a:gs pos="75490">
              <a:srgbClr val="b5b5b5"/>
            </a:gs>
            <a:gs pos="75490">
              <a:srgbClr val="b8b8b8"/>
            </a:gs>
            <a:gs pos="76471">
              <a:srgbClr val="b8b8b8"/>
            </a:gs>
            <a:gs pos="76471">
              <a:srgbClr val="bababa"/>
            </a:gs>
            <a:gs pos="77451">
              <a:srgbClr val="bababa"/>
            </a:gs>
            <a:gs pos="77451">
              <a:srgbClr val="bcbcbc"/>
            </a:gs>
            <a:gs pos="78431">
              <a:srgbClr val="bcbcbc"/>
            </a:gs>
            <a:gs pos="78431">
              <a:srgbClr val="bebebe"/>
            </a:gs>
            <a:gs pos="79412">
              <a:srgbClr val="bebebe"/>
            </a:gs>
            <a:gs pos="79412">
              <a:srgbClr val="c1c1c1"/>
            </a:gs>
            <a:gs pos="80392">
              <a:srgbClr val="c1c1c1"/>
            </a:gs>
            <a:gs pos="80392">
              <a:srgbClr val="c3c3c3"/>
            </a:gs>
            <a:gs pos="81373">
              <a:srgbClr val="c3c3c3"/>
            </a:gs>
            <a:gs pos="81373">
              <a:srgbClr val="c5c5c5"/>
            </a:gs>
            <a:gs pos="82353">
              <a:srgbClr val="c5c5c5"/>
            </a:gs>
            <a:gs pos="82353">
              <a:srgbClr val="c7c7c7"/>
            </a:gs>
            <a:gs pos="83333">
              <a:srgbClr val="c7c7c7"/>
            </a:gs>
            <a:gs pos="83333">
              <a:srgbClr val="cacaca"/>
            </a:gs>
            <a:gs pos="84314">
              <a:srgbClr val="cacaca"/>
            </a:gs>
            <a:gs pos="84314">
              <a:srgbClr val="cccccc"/>
            </a:gs>
            <a:gs pos="85294">
              <a:srgbClr val="cccccc"/>
            </a:gs>
            <a:gs pos="85294">
              <a:srgbClr val="cecece"/>
            </a:gs>
            <a:gs pos="86275">
              <a:srgbClr val="cecece"/>
            </a:gs>
            <a:gs pos="86275">
              <a:srgbClr val="d1d1d1"/>
            </a:gs>
            <a:gs pos="87255">
              <a:srgbClr val="d1d1d1"/>
            </a:gs>
            <a:gs pos="87255">
              <a:srgbClr val="d3d3d3"/>
            </a:gs>
            <a:gs pos="88235">
              <a:srgbClr val="d3d3d3"/>
            </a:gs>
            <a:gs pos="88235">
              <a:srgbClr val="d5d5d5"/>
            </a:gs>
            <a:gs pos="89216">
              <a:srgbClr val="d5d5d5"/>
            </a:gs>
            <a:gs pos="89216">
              <a:srgbClr val="d7d7d7"/>
            </a:gs>
            <a:gs pos="90196">
              <a:srgbClr val="d7d7d7"/>
            </a:gs>
            <a:gs pos="90196">
              <a:srgbClr val="dadada"/>
            </a:gs>
            <a:gs pos="91176">
              <a:srgbClr val="dadada"/>
            </a:gs>
            <a:gs pos="91176">
              <a:srgbClr val="dcdcdc"/>
            </a:gs>
            <a:gs pos="92157">
              <a:srgbClr val="dcdcdc"/>
            </a:gs>
            <a:gs pos="92157">
              <a:srgbClr val="dedede"/>
            </a:gs>
            <a:gs pos="93137">
              <a:srgbClr val="dedede"/>
            </a:gs>
            <a:gs pos="93137">
              <a:srgbClr val="e0e0e0"/>
            </a:gs>
            <a:gs pos="94118">
              <a:srgbClr val="e0e0e0"/>
            </a:gs>
            <a:gs pos="94118">
              <a:srgbClr val="e3e3e3"/>
            </a:gs>
            <a:gs pos="95098">
              <a:srgbClr val="e3e3e3"/>
            </a:gs>
            <a:gs pos="95098">
              <a:srgbClr val="e5e5e5"/>
            </a:gs>
            <a:gs pos="96078">
              <a:srgbClr val="e5e5e5"/>
            </a:gs>
            <a:gs pos="96078">
              <a:srgbClr val="e7e7e7"/>
            </a:gs>
            <a:gs pos="97059">
              <a:srgbClr val="e7e7e7"/>
            </a:gs>
            <a:gs pos="97059">
              <a:srgbClr val="e9e9e9"/>
            </a:gs>
            <a:gs pos="98039">
              <a:srgbClr val="e9e9e9"/>
            </a:gs>
            <a:gs pos="98039">
              <a:srgbClr val="ececec"/>
            </a:gs>
            <a:gs pos="99020">
              <a:srgbClr val="ececec"/>
            </a:gs>
            <a:gs pos="99020">
              <a:srgbClr val="eeeeee"/>
            </a:gs>
            <a:gs pos="100000">
              <a:srgbClr val="eeeeee"/>
            </a:gs>
          </a:gsLst>
          <a:lin ang="152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7948080" y="5797440"/>
            <a:ext cx="899640" cy="71712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6840" y="272880"/>
            <a:ext cx="82278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7"/>
          </p:nvPr>
        </p:nvSpPr>
        <p:spPr>
          <a:xfrm>
            <a:off x="3126600" y="6246360"/>
            <a:ext cx="2896920" cy="4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8"/>
          </p:nvPr>
        </p:nvSpPr>
        <p:spPr>
          <a:xfrm>
            <a:off x="6555240" y="6246360"/>
            <a:ext cx="2129400" cy="4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DB90E9-5734-4748-8F45-6074BC30DCA9}" type="slidenum"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9"/>
          </p:nvPr>
        </p:nvSpPr>
        <p:spPr>
          <a:xfrm>
            <a:off x="456840" y="6246360"/>
            <a:ext cx="2129400" cy="4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2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02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54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254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76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1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21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0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1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181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5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1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181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5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1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181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5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1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18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4493880" y="3285360"/>
            <a:ext cx="1630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CA" sz="10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1305720" y="434880"/>
            <a:ext cx="6530400" cy="1005120"/>
          </a:xfrm>
          <a:prstGeom prst="rect">
            <a:avLst/>
          </a:prstGeom>
          <a:solidFill>
            <a:srgbClr val="808080">
              <a:alpha val="44000"/>
            </a:srgbClr>
          </a:solidFill>
          <a:ln cap="rnd" w="38160">
            <a:solidFill>
              <a:srgbClr val="1c1c1c">
                <a:alpha val="30000"/>
              </a:srgbClr>
            </a:solidFill>
            <a:round/>
          </a:ln>
          <a:effectLst>
            <a:outerShdw blurRad="38160" dir="13500000" dist="71276" rotWithShape="0">
              <a:srgbClr val="808080">
                <a:alpha val="6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CA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652680" y="651960"/>
            <a:ext cx="7836840" cy="13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en-CA" sz="7200" spc="-1" strike="noStrike">
              <a:solidFill>
                <a:srgbClr val="dddddd"/>
              </a:solidFill>
              <a:highlight>
                <a:srgbClr val="000000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2026-09-22T14:52:50Z</dcterms:created>
  <dc:creator/>
  <dc:description/>
  <dc:language>en-CA</dc:language>
  <cp:lastModifiedBy/>
  <dcterms:modified xsi:type="dcterms:W3CDTF">2026-09-23T14:39:35Z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